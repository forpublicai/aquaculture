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702"/>
  </p:normalViewPr>
  <p:slideViewPr>
    <p:cSldViewPr snapToGrid="0" snapToObjects="1">
      <p:cViewPr varScale="1">
        <p:scale>
          <a:sx n="113" d="100"/>
          <a:sy n="113" d="100"/>
        </p:scale>
        <p:origin x="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685800"/>
            <a:ext cx="1280160" cy="1175613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1121664" y="888492"/>
            <a:ext cx="682752" cy="727557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0" y="6858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00000"/>
                </a:solidFill>
                <a:latin typeface="NB International Pro CG"/>
              </a:rPr>
              <a:t>Public AI — editable logo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Public Sans"/>
              </a:rPr>
              <a:t>Native, editable shapes and live text for building new lockups and extensions.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515600" cy="12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What this file is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The shipped logo files in assets/ are outlined vector paths (SVG) — great for shipping, hard to extend, since the wordmark text has been converted to shapes and can no longer be retyped. This file rebuilds the mark as a native PowerPoint shape and the wordmark as live, editable text set in the real brand typeface, so you can duplicate, recolor, retype, or rearrange it to design a new lockup (e.g. a sub-brand or product wordmark).</a:t>
            </a:r>
          </a:p>
          <a:p>
            <a:pPr algn="l">
              <a:lnSpc>
                <a:spcPct val="115000"/>
              </a:lnSpc>
            </a:pPr>
            <a:endParaRPr sz="1300" b="0" dirty="0">
              <a:solidFill>
                <a:srgbClr val="000000"/>
              </a:solidFill>
              <a:latin typeface="Public Sans"/>
            </a:endParaRP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How to use it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1. Duplicate a slide or shape rather than editing the shipped original in place.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2. The mark (tile + glyph) is two native shapes grouped for convenience — ungroup to edit the chevron or bar independently. Keep the chevron-to-bar proportions unless you're deliberately designing a variant.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3. Retype the wordmark text in place to create new lockups. Keep tracking tight and use Bold only, per the type guidelines in </a:t>
            </a:r>
            <a:r>
              <a:rPr sz="1300" b="0" dirty="0" err="1">
                <a:solidFill>
                  <a:srgbClr val="000000"/>
                </a:solidFill>
                <a:latin typeface="Public Sans"/>
              </a:rPr>
              <a:t>design.md</a:t>
            </a:r>
            <a:r>
              <a:rPr sz="1300" b="0" dirty="0">
                <a:solidFill>
                  <a:srgbClr val="000000"/>
                </a:solidFill>
                <a:latin typeface="Public Sans"/>
              </a:rPr>
              <a:t>.</a:t>
            </a:r>
          </a:p>
          <a:p>
            <a:pPr algn="l">
              <a:lnSpc>
                <a:spcPct val="115000"/>
              </a:lnSpc>
            </a:pPr>
            <a:endParaRPr sz="1300" b="0" dirty="0">
              <a:solidFill>
                <a:srgbClr val="000000"/>
              </a:solidFill>
              <a:latin typeface="Public Sans"/>
            </a:endParaRP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Embedding the brand font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NB International Pro CG is not a system font, so PowerPoint will substitute a fallback until it's installed or embedded. Its files are licensed from </a:t>
            </a:r>
            <a:r>
              <a:rPr sz="1300" b="0" dirty="0" err="1">
                <a:solidFill>
                  <a:srgbClr val="000000"/>
                </a:solidFill>
                <a:latin typeface="Public Sans"/>
              </a:rPr>
              <a:t>Neubau</a:t>
            </a:r>
            <a:r>
              <a:rPr sz="1300" b="0" dirty="0">
                <a:solidFill>
                  <a:srgbClr val="000000"/>
                </a:solidFill>
                <a:latin typeface="Public Sans"/>
              </a:rPr>
              <a:t> under a domain-locked </a:t>
            </a:r>
            <a:r>
              <a:rPr sz="1300" b="0" dirty="0" err="1">
                <a:solidFill>
                  <a:srgbClr val="000000"/>
                </a:solidFill>
                <a:latin typeface="Public Sans"/>
              </a:rPr>
              <a:t>webfont</a:t>
            </a:r>
            <a:r>
              <a:rPr sz="1300" b="0" dirty="0">
                <a:solidFill>
                  <a:srgbClr val="000000"/>
                </a:solidFill>
                <a:latin typeface="Public Sans"/>
              </a:rPr>
              <a:t> license and are NOT included in this repo — if you have your own licensed copy, install it locally first. Before sharing this file outside a machine that has the font installed: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  Windows: File &gt; Options &gt; Save &gt; check "Embed fonts in the file."</a:t>
            </a:r>
          </a:p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000000"/>
                </a:solidFill>
                <a:latin typeface="Public Sans"/>
              </a:rPr>
              <a:t>  Mac: install your licensed copy via Font Book first, then File &gt; Save As and check "Embed fonts in the file" (PowerPoint for Mac only embeds fonts that are installed locally at save time).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457200"/>
            <a:ext cx="9144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NB International Pro CG"/>
              </a:rPr>
              <a:t>Logo</a:t>
            </a:r>
            <a:r>
              <a:rPr lang="en-US" sz="2400" b="1" dirty="0">
                <a:solidFill>
                  <a:srgbClr val="000000"/>
                </a:solidFill>
                <a:latin typeface="NB International Pro CG"/>
              </a:rPr>
              <a:t>s (from SVGs)</a:t>
            </a:r>
            <a:endParaRPr sz="2400" b="1" dirty="0">
              <a:solidFill>
                <a:srgbClr val="000000"/>
              </a:solidFill>
              <a:latin typeface="NB International Pro CG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6EE3864-CF77-F257-1AE9-8531EE3CE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440" y="2159616"/>
            <a:ext cx="2668693" cy="57286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130A220-A413-2F47-82DF-F3FE4FA53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40" y="1443261"/>
            <a:ext cx="624183" cy="57286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9AA554A-2BC9-9A81-6153-C01EA8AAB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440" y="2875971"/>
            <a:ext cx="4582886" cy="57286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CECCC3B-F2DF-D4DD-BD58-F6C411C1C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440" y="3592326"/>
            <a:ext cx="2668693" cy="84563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754C05B-366C-965E-BFDD-2DEB6AC2B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440" y="4683741"/>
            <a:ext cx="2668693" cy="5728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FD7860-DF08-7CFE-6266-9DC7C49BF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40" y="5415186"/>
            <a:ext cx="624183" cy="572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NB International Pro CG"/>
              </a:rPr>
              <a:t>Type — fonts &amp;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5074920" cy="557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F3C24"/>
                </a:solidFill>
                <a:latin typeface="NB International Pro CG"/>
              </a:rPr>
              <a:t>public ai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NB International Pro CG Bold · 90px · brand wordmarks &amp; statements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00000"/>
                </a:solidFill>
                <a:latin typeface="Overpass"/>
              </a:rPr>
              <a:t>What if AI were public infrastructure?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Overpass Bold · 38px · headlines (--font-headline; NB fallback in --font-brand)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>
                <a:solidFill>
                  <a:srgbClr val="000000"/>
                </a:solidFill>
                <a:latin typeface="Public Sans Light"/>
              </a:rPr>
              <a:t>Try Apertus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Public Sans Light · 140px · hero display · lh 0.9 · ls −5%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>
                <a:solidFill>
                  <a:srgbClr val="000000"/>
                </a:solidFill>
                <a:latin typeface="Public Sans Light"/>
              </a:rPr>
              <a:t>By the people, for the people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Public Sans Light · 60px · section display · lh 0.9 · ls −3%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  <a:latin typeface="Public Sans"/>
              </a:rPr>
              <a:t>Public 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Public Sans · 30px · navigation wordmark · ls −3%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024128"/>
            <a:ext cx="5074920" cy="5577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Inter Semi Bold"/>
              </a:rPr>
              <a:t>With love, from Switzerland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Inter Semi Bold · 24px · section headings (--font-ui)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>
                <a:solidFill>
                  <a:srgbClr val="000000"/>
                </a:solidFill>
                <a:latin typeface="Inter Medium"/>
              </a:rPr>
              <a:t>Imanol's team just launched Apertus.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Inter Medium · 18px · UI text &amp; card titles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000000"/>
                </a:solidFill>
                <a:latin typeface="Public Sans"/>
              </a:rPr>
              <a:t>AI as public infrastructure, built in the open. We're looking for open source contributors.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Public Sans Regular · 15px · body copy · lh 1.4 (--font-sans)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Public Sans SemiBold"/>
              </a:rPr>
              <a:t>TRY IT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Public Sans SemiBold · 14px · button labels, uppercase (--type-button)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Overpass Mono"/>
              </a:rPr>
              <a:t>OVERPASS MONO 12 — TABLE ITEMS, SPEC LABELS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Overpass Mono · 12px · spec labels, table items, captions (--font-mono)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Roboto Flex"/>
              </a:rPr>
              <a:t>Roboto Flex Medium 12 — tiny annotation labels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>
                <a:solidFill>
                  <a:srgbClr val="000000"/>
                </a:solidFill>
                <a:latin typeface="Overpass Mono"/>
              </a:rPr>
              <a:t>Roboto Flex Medium · 12px · tiny annotations · ls −3% (--font-micro)</a:t>
            </a:r>
          </a:p>
        </p:txBody>
      </p:sp>
    </p:spTree>
    <p:extLst>
      <p:ext uri="{BB962C8B-B14F-4D97-AF65-F5344CB8AC3E}">
        <p14:creationId xmlns:p14="http://schemas.microsoft.com/office/powerpoint/2010/main" val="178887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356</Words>
  <Application>Microsoft Macintosh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NB International Pro CG</vt:lpstr>
      <vt:lpstr>Arial</vt:lpstr>
      <vt:lpstr>Calibri</vt:lpstr>
      <vt:lpstr>Overpass Black</vt:lpstr>
      <vt:lpstr>Public Sans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Tan</cp:lastModifiedBy>
  <cp:revision>4</cp:revision>
  <dcterms:created xsi:type="dcterms:W3CDTF">2013-01-27T09:14:16Z</dcterms:created>
  <dcterms:modified xsi:type="dcterms:W3CDTF">2026-07-25T20:43:43Z</dcterms:modified>
  <cp:category/>
</cp:coreProperties>
</file>